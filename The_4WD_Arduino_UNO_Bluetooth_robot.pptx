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9753600" cx="17475200"/>
  <p:notesSz cx="9753600" cy="17475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8T/zZuBH8/u4jqLkp0FlTqfZs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4c-db72-8619-8000-0000a3febfac.png?kimi-sig=lCkvlnRZ3z34Y2uUGzVarYGgKGajTiKqi_a-MU9WBic&amp;x-oss-process=image/resize,w_1376,h_768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49-7832-8a3b-8000-00003efe5062.png?kimi-sig=rRxcgZr371-PJybkfnK5r9L6c-03J7edKtY62iP8gUk&amp;x-oss-process=image/resize,w_1376,h_768"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5b-abf2-8e05-8000-0000f1728715.png?kimi-sig=ShSlUElpSBNArOhokziUJp444p5FN5StEwozHZUfYZI&amp;x-oss-process=image/resize,w_1376,h_768"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56-6a92-8601-8000-00004394fe68.png?kimi-sig=QD2Z-zaNLKUGs1r71NBZnx9IpjL_XEw4uMZMGMHEH9k&amp;x-oss-process=image/resize,w_1376,h_768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49-c502-8354-8000-0000609db370.png?kimi-sig=UdNLkqfW4h_ZzthWiXlAp3g9UzE85nYfdpC3u1xWz0s&amp;x-oss-process=image/resize,w_1376,h_768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4b-6962-8e66-8000-000004b219db.png?kimi-sig=VHURJG6lU6ZFnTMCqJPftFw-aa-RO9Re_xK-ETxFZx4&amp;x-oss-process=image/resize,w_1376,h_768"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58-e982-8ed5-8000-0000b19aefb1.png?kimi-sig=MrEfV97qA7ZfvluO5CJD8c3SMn7F1cIOinFErs1klok&amp;x-oss-process=image/resize,w_1376,h_768"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61-47a2-87a3-8000-00004fc70ea7.png?kimi-sig=cmjssJUqphi9AGYMqavZ5YC-dxihl1AoQCb_5lr25nA&amp;x-oss-process=image/resize,w_1376,h_768"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banana/slide_19d88c4c-5892-8e58-8000-0000ad403c65.png?kimi-sig=5C9MocFAaMhpxGQR-HYGQg_fa8SGteln74DV2gqBhwY&amp;x-oss-process=image/resize,w_1376,h_768" id="65" name="Google Shape;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2026-04-13T23:06:53Z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4WD Arduino UNO Bluetooth robot","ContentProducer":"001191110108MACG2KBH8F10000","ProduceID":"","ReservedCode1":"","ContentPropagator":"001191110108MACG2KBH8F20000","PropagateID":"","ReservedCode2":""}</vt:lpwstr>
  </property>
</Properties>
</file>